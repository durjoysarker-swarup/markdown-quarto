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salinity_reveal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Durjoy Sarker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used to create new slide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this is 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this for the subheading inside slide</a:t>
            </a:r>
          </a:p>
          <a:p>
            <a:pPr lvl="0"/>
            <a:r>
              <a:rPr/>
              <a:t>first point</a:t>
            </a:r>
          </a:p>
          <a:p>
            <a:pPr lvl="0"/>
            <a:r>
              <a:rPr/>
              <a:t>second point {.incremental} this will reveal after next click.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Embed image</a:t>
            </a:r>
          </a:p>
        </p:txBody>
      </p:sp>
      <p:pic>
        <p:nvPicPr>
          <p:cNvPr descr="20210119_095246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Tree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salinity_reveal</dc:title>
  <dc:creator>Durjoy Sarker</dc:creator>
  <cp:keywords/>
  <dcterms:created xsi:type="dcterms:W3CDTF">2025-10-21T19:12:12Z</dcterms:created>
  <dcterms:modified xsi:type="dcterms:W3CDTF">2025-10-21T19:12:12Z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