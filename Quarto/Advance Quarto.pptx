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Yield Report (Template)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Durjoy Sarker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Yield Report (Parameterized Reports)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report analyses </a:t>
            </a:r>
            <a:r>
              <a:rPr b="1"/>
              <a:t>Yard Long Bean</a:t>
            </a:r>
            <a:r>
              <a:rPr/>
              <a:t> for the year </a:t>
            </a:r>
            <a:r>
              <a:rPr b="1"/>
              <a:t>2025</a:t>
            </a:r>
            <a:r>
              <a:rPr/>
              <a:t> with fertilizer </a:t>
            </a:r>
            <a:r>
              <a:rPr b="1"/>
              <a:t>Control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only executes R code if it detects at least one R chunk (like {r} … 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4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things will be add in the next slide.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##introduction - by this - by that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 Report (Template)</dc:title>
  <dc:creator>Durjoy Sarker</dc:creator>
  <cp:keywords/>
  <dcterms:created xsi:type="dcterms:W3CDTF">2025-10-21T18:41:34Z</dcterms:created>
  <dcterms:modified xsi:type="dcterms:W3CDTF">2025-10-21T18:41:34Z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params">
    <vt:lpwstr/>
  </property>
  <property fmtid="{D5CDD505-2E9C-101B-9397-08002B2CF9AE}" pid="11" name="toc-title">
    <vt:lpwstr>Table of contents</vt:lpwstr>
  </property>
</Properties>
</file>